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ptos Display"/>
              </a:rPr>
              <a:t>1. Identification &amp; Immediate Containment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ptos"/>
              </a:rPr>
              <a:t>Suspected phishing attachment leading to endpoint compromise and possible lateral movement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4480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3218688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ptos"/>
              </a:rPr>
              <a:t>Incident Indicators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Finance employee opened “Updated Invoice.pdf” from an apparent supplier.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Security monitoring detects connections to unexpected IP addresses and ports.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Unexpected connections are observed to automation and production servers.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Files are being modified unusually quickly — possible malware or ransomware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33756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417320"/>
            <a:ext cx="73152" cy="4480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581912"/>
            <a:ext cx="2898648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ptos"/>
              </a:rPr>
              <a:t>Immediate Actions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Declare a security incident and activate the incident response team.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Isolate the employee workstation from the network; do not power it off unless necessary.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Block known malicious IPs/domains and suspicious connections at firewall/EDR controls.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Temporarily restrict affected automation/prod access while preserving critical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520440" cy="4480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73152" cy="4480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581912"/>
            <a:ext cx="3081528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ptos"/>
              </a:rPr>
              <a:t>Preserve Evidence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Record timestamps, alerts, logged-in user, hostname, source/destination IPs and ports.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Preserve the email, attachment, endpoint/EDR telemetry, authentication and server logs.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Capture volatile evidence where appropriate and maintain chain of custody.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Notify security leadership and system owners using the approved incident channel.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Incident Response Plan  •  1/3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ptos Display"/>
              </a:rPr>
              <a:t>2. Investigation, Containment &amp; Eradication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ptos"/>
              </a:rPr>
              <a:t>Determine scope, stop lateral movement, remove malicious access, and protect credentials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526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3035808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ptos"/>
              </a:rPr>
              <a:t>Investigate Scope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Analyze the PDF safely; extract indicators of compromise (IOCs) such as hashes, domains and IPs.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Review endpoint process trees, persistence, file changes and outbound connections.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Trace connections to automation/prod servers and identify accounts, commands and files involved.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Hunt across the environment for the same IOCs and behavior on other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4526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4526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581912"/>
            <a:ext cx="3035808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ptos"/>
              </a:rPr>
              <a:t>Contain the Threat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Quarantine confirmed or suspected compromised endpoints and servers.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Disable or restrict compromised accounts, sessions, API keys and service credentials.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Segment affected systems and block malicious network indicators.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Protect backups and restrict administrative access until the scope is understood.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474720" cy="4526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73152" cy="4526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581912"/>
            <a:ext cx="3035808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ptos"/>
              </a:rPr>
              <a:t>Eradicate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Remove malware, persistence mechanisms, unauthorized tools and malicious files.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Patch exploited vulnerabilities and correct insecure configurations.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Reset affected passwords, rotate secrets/keys and enforce MFA where applicable.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Rebuild systems from trusted images when integrity cannot be confidently verified.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Incident Response Plan  •  2/3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63F"/>
                </a:solidFill>
                <a:latin typeface="Aptos Display"/>
              </a:rPr>
              <a:t>3. Recovery, Validation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ptos"/>
              </a:rPr>
              <a:t>Restore operations safely, monitor for recurrence, and reduce the chance of a repeat incident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526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4526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3035808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ptos"/>
              </a:rPr>
              <a:t>Recover Safely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Restore affected systems/files from verified clean backups or trusted images.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Reconnect systems in phases, starting with validated critical services.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Verify automation and production servers for integrity before normal access resumes.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Confirm business applications and data operate normally with system owners.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4526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45262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581912"/>
            <a:ext cx="3035808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ptos"/>
              </a:rPr>
              <a:t>Validate &amp; Monitor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Run endpoint and server scans and verify that IOCs and persistence are absent.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Closely monitor authentication, network traffic, file changes and privileged activity.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Confirm rotated credentials are working and unauthorized sessions are terminated.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Escalate immediately if suspicious behavior reappears.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474720" cy="4526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73152" cy="4526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581912"/>
            <a:ext cx="3035808" cy="427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4263F"/>
                </a:solidFill>
                <a:latin typeface="Aptos"/>
              </a:rPr>
              <a:t>Post-Incident Improvement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Document timeline, impact, root cause, actions taken and evidence retained.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Hold a lessons-learned review and update the incident response playbook.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Strengthen email filtering, attachment controls, EDR rules and network segmentation.</a:t>
            </a:r>
          </a:p>
          <a:p>
            <a:pPr>
              <a:spcBef>
                <a:spcPts val="700"/>
              </a:spcBef>
              <a:defRPr sz="1300">
                <a:solidFill>
                  <a:srgbClr val="0F172A"/>
                </a:solidFill>
                <a:latin typeface="Aptos"/>
              </a:defRPr>
            </a:pPr>
            <a:r>
              <a:t>Provide targeted phishing awareness training and test restored backups regularly.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55624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Incident Response Plan  •  3/3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